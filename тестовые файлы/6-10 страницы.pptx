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22222"/>
                </a:solidFill>
                <a:latin typeface="Calibri"/>
              </a:rPr>
              <a:t>Возможности языка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9441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41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Python умеет работать с XML/HTML файлами.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Поддерживает работу с HTTP запросами.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Имеет графический интерфейс (GUI).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Позволяет создавать веб-сценарии.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Обеспечивает работу с FTP.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Работает с изображениями, аудио и видео файлами.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Применяется в робототехнике.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Подходит для программирования математических и научных вычислений.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Python подходит для решения повседневных задач, таких как резервное копирование и чтение электронной почты.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Используется в крупных проектах IT-гигантами, такими как Google и Yandex.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•  </a:t>
            </a:r>
            <a:r>
              <a:rPr sz="1600" b="0">
                <a:solidFill>
                  <a:srgbClr val="333333"/>
                </a:solidFill>
                <a:latin typeface="Calibri"/>
              </a:rPr>
              <a:t>Простота и универсальность делают Python одним из лучших языков программирования.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22222"/>
                </a:solidFill>
                <a:latin typeface="Calibri"/>
              </a:rPr>
              <a:t>Установка Python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9441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41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Скачивание Python 3 можно выполнить бесплатно, без регистрации и SMS с официального сайта.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Рекомендуется скачивать Python только с официального сайта (https://python.org/downloads/windows/) для избежания вирусов.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Выбирайте последнюю версию Python 3 ("latest python release") при скачивании.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Некоторые примеры программ могут не работать на Python 2.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На момент написания статьи использовалась версия Python 3.4.1.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22222"/>
                </a:solidFill>
                <a:latin typeface="Calibri"/>
              </a:rPr>
              <a:t>Описание версии Python и загрузка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9441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800176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На странице представлена информация о текущей версии Python (на английском языке).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При наличии интереса, рекомендуется ознакомиться с описанием.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Перейдите в конец страницы.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Найдите и откройте ссылку "download page" для загрузки.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941" y="1783080"/>
            <a:ext cx="415262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22222"/>
                </a:solidFill>
                <a:latin typeface="Calibri"/>
              </a:rPr>
              <a:t>Требуемые файлы для загрузки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9441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800176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Необходим Windows x86 MSI installer (для 32-битных систем).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Или Windows x86-64 MSI installer (для 64-битных систем).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Больше файлов не требуются.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456" y="1826929"/>
            <a:ext cx="4745599" cy="44385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222222"/>
                </a:solidFill>
                <a:latin typeface="Calibri"/>
              </a:rPr>
              <a:t>Запуск и проверка Python файла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9441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800176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Необходимо дождаться завершения загрузки интерпретатора Python.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После загрузки, открывается файл.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Файл подписан Python Software Foundation, что подтверждает его безопасность.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2400" b="1">
                <a:solidFill>
                  <a:srgbClr val="C0392B"/>
                </a:solidFill>
                <a:latin typeface="Calibri"/>
              </a:rPr>
              <a:t>•  </a:t>
            </a:r>
            <a:r>
              <a:rPr sz="2400" b="0">
                <a:solidFill>
                  <a:srgbClr val="333333"/>
                </a:solidFill>
                <a:latin typeface="Calibri"/>
              </a:rPr>
              <a:t>Рекомендуется избегать открытия незнакомых .exe файлов из соображений безопасности.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456" y="2677697"/>
            <a:ext cx="4745599" cy="27370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